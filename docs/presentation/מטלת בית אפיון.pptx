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4F3A62C-DEE0-9A50-3949-69A6B64DF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FB759792-8826-114B-6A1F-41D4D6991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CE53464-4D99-4294-4D4F-F821392EA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13477-86E0-4388-B6BB-E59315EA909D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27F499D-1EBE-DEBA-BC38-BCFDE0B23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443A48A-A49B-8327-5D57-A6717FF5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03A4-DD2B-4F07-A75E-D4B8BA09484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6038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97E6919-A11E-1116-68BC-0D42EC103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A24D8DE-139A-6869-6131-E0F7DE22F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BD5E94A-DB6F-EFFE-C6D9-16919BD2F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13477-86E0-4388-B6BB-E59315EA909D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B6197A2-1ED6-1180-D6A5-6938CBAFE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394271E-593B-DEB5-CB69-00DDACF63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03A4-DD2B-4F07-A75E-D4B8BA09484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4897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39E7B83-6A5E-D1FA-51CB-E90030E0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BAE3C55-3D1E-AAC8-5408-A8BE4AE3D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4D435FC-DD70-8384-B486-28AFA556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13477-86E0-4388-B6BB-E59315EA909D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9FE4DA7-D1E1-C551-E7AA-7117BF83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CAD9C8A-0970-0310-5EE3-5CAE4CEB8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03A4-DD2B-4F07-A75E-D4B8BA09484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0836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F36D5F3-1D9F-75CA-5CA7-15323BCDD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2108BBE-C7B6-D755-0A7C-C75D493CC3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FBB3CA6-DDD6-2F86-6F67-42511D671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B56DB50-5420-C9A1-5184-013D2BFA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13477-86E0-4388-B6BB-E59315EA909D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2202458-3521-BE0C-D90A-F46B0103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9B70410-F06E-A089-85C4-70560C45E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03A4-DD2B-4F07-A75E-D4B8BA09484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4870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FAD9C42-641B-BFFD-A55E-89E1617FB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1A39241-82DF-66E1-D182-25B1F5D24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2595F09-C30E-C0EA-C4B1-F59D40414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015CAE3-8172-7172-43E4-2FEE7836FC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6350D98-E28F-BEEE-70FA-0A3E82F61B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EF978ECD-989A-050F-95AF-5D76F5D90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13477-86E0-4388-B6BB-E59315EA909D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7D9881F-41F2-8A02-6003-783E2E8B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50A80A1C-EAAC-45AA-8A2E-C176FA76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03A4-DD2B-4F07-A75E-D4B8BA09484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63804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8935B77-69CA-FAFA-CCF5-4D9E3C61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300D403B-35C7-5D7F-595D-19457E568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13477-86E0-4388-B6BB-E59315EA909D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40B38D3-96AD-43D7-BE8A-A648BAA0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0FC6BA2B-9C52-69A0-F6A9-1203420F0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03A4-DD2B-4F07-A75E-D4B8BA09484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92383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C6A8B4FF-667F-A6F6-335E-944111504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13477-86E0-4388-B6BB-E59315EA909D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0B5D597E-7DCB-F2C4-D55D-7223D2694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4A0432F-6DB9-A23E-0B46-0CE8460D7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03A4-DD2B-4F07-A75E-D4B8BA09484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4472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F07FBFC-BF05-8E11-F222-A4D496C13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0DF40E6-4DC0-10FC-C2D2-75BAE2306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D35C77CC-B8B7-C963-75B8-37BCA69048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FA9D1A2-AD7D-2966-5A97-BD5CA28AE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13477-86E0-4388-B6BB-E59315EA909D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9922EF1-94B1-45A0-89E5-AC5FC40BE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621DA80-71AA-5F78-BCDC-51AC62370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03A4-DD2B-4F07-A75E-D4B8BA09484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78798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5EB2255-26A5-9741-B210-3CA4DCDD6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8EC3A201-C3D1-9670-826D-215C187F5D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CE2DB92-B03F-8910-DB14-213120248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5EC679D-1A7B-019D-217E-C83C1B73A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13477-86E0-4388-B6BB-E59315EA909D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A15FBFC-CD80-DA4E-1E4B-36C0FBE0A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A57461C-483E-BB65-179C-3AB800EA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03A4-DD2B-4F07-A75E-D4B8BA09484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28895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ED6CEBB-912E-FA34-5770-34C03C072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B01AF11B-E030-0F44-501B-A7B735996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6A67117-F5FB-DD4F-B73A-09500B2AE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13477-86E0-4388-B6BB-E59315EA909D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F5A4856-26D3-BEE4-467F-7047B091B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BCDB03C-6344-6BD5-8BCA-91C255263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03A4-DD2B-4F07-A75E-D4B8BA09484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01130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81895678-4FC2-A0E2-1C51-09A96C3884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8862F51-0D86-9F7A-1BDB-271BCFCD3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B46C849-73D5-8C86-F28A-710EC4E72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13477-86E0-4388-B6BB-E59315EA909D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1F8E8E1-D2A0-EFA2-ADE9-86E0A202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2FCE942-8F5C-8A0D-DB1C-1911599F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503A4-DD2B-4F07-A75E-D4B8BA09484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25488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C7BFC3D4-0E9A-EC1B-0694-F796F1AAD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0816547-EE29-537E-B1DD-59FB83AFE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86DE478-BC04-13C2-3877-D1DB2E8470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F13477-86E0-4388-B6BB-E59315EA909D}" type="datetimeFigureOut">
              <a:rPr lang="he-IL" smtClean="0"/>
              <a:t>י'/אייר/תשפ"ו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3E3DFA5-1A03-89A4-B3B0-C1DC1FE61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A1650B8-159D-2683-CA11-1EDF3578F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503A4-DD2B-4F07-A75E-D4B8BA09484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00480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D827570-4CBE-50A7-203E-CDF0559A32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מטלת בית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FBCAD29C-9620-10FC-2DDC-A6728E045E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אפיון הפרויקט</a:t>
            </a:r>
          </a:p>
        </p:txBody>
      </p:sp>
    </p:spTree>
    <p:extLst>
      <p:ext uri="{BB962C8B-B14F-4D97-AF65-F5344CB8AC3E}">
        <p14:creationId xmlns:p14="http://schemas.microsoft.com/office/powerpoint/2010/main" val="136715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1BBD66D-1731-C579-BE82-01B399292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בדיקת הרשאות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F79ABA0-1AA7-CF6D-CDFF-BCAEFF743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בצד לקוח תתבצע בדיקת הרשאות בשביל חווית המשתמש </a:t>
            </a:r>
          </a:p>
          <a:p>
            <a:r>
              <a:rPr lang="he-IL" dirty="0"/>
              <a:t>הבדיקה תתבצע גם בצד שרת (חובה) ותוודא שמשתמש שאינו מחובר אינו נכנס למערכת ומשתמש מחובר ניגש אך ורק אל הפעולות המותרות לו</a:t>
            </a:r>
          </a:p>
        </p:txBody>
      </p:sp>
    </p:spTree>
    <p:extLst>
      <p:ext uri="{BB962C8B-B14F-4D97-AF65-F5344CB8AC3E}">
        <p14:creationId xmlns:p14="http://schemas.microsoft.com/office/powerpoint/2010/main" val="26584753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מסך רחב</PresentationFormat>
  <Paragraphs>5</Paragraphs>
  <Slides>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ערכת נושא Office</vt:lpstr>
      <vt:lpstr>מטלת בית</vt:lpstr>
      <vt:lpstr>בדיקת הרשאות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2026-04-27T08:16:11Z</dcterms:created>
  <dcterms:modified xsi:type="dcterms:W3CDTF">2026-04-27T08:16:57Z</dcterms:modified>
</cp:coreProperties>
</file>