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00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E52E7D0-3A2F-4DC9-7C0A-5D31836BFD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4BD120C5-DF6C-D7E9-0B70-9E41E3C5E1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4714DEA5-AFDD-D038-C66E-A0B22BADD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F4E4B-2752-420E-8529-5C04236AED55}" type="datetimeFigureOut">
              <a:rPr lang="he-IL" smtClean="0"/>
              <a:t>י'/אייר/תשפ"ו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E687A11C-1F9A-2B25-A909-03F916BD1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B581807C-5C66-9E0B-1AFF-05E6BD9CA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55890-995E-4356-8298-AB6C56C42D3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238662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7A54960-E5E9-2CCC-3040-0A5D64843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78B52D81-57A4-A81E-E1FF-C3F7F81FA7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0BA57793-16EA-F4EF-0E0A-E713A4126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F4E4B-2752-420E-8529-5C04236AED55}" type="datetimeFigureOut">
              <a:rPr lang="he-IL" smtClean="0"/>
              <a:t>י'/אייר/תשפ"ו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AA5556CA-75A6-7649-5A90-8A3561C71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0B153D54-A765-F403-A3E9-1CC095DD4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55890-995E-4356-8298-AB6C56C42D3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17791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B90CA7D-EE58-4A5D-F6DE-AED8F7748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57EB6CC0-84C3-7932-ED39-004FA9CF1E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39E9C66B-FAD5-BB0A-0E20-2EFC4DBA4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F4E4B-2752-420E-8529-5C04236AED55}" type="datetimeFigureOut">
              <a:rPr lang="he-IL" smtClean="0"/>
              <a:t>י'/אייר/תשפ"ו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1AD65A45-6B2E-91EC-D161-B9588A866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04689B55-AF2A-3E06-BFDF-A8D6E96FE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55890-995E-4356-8298-AB6C56C42D3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54028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2E16C3E-5B29-093D-40C4-01240A356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BEF35001-3E37-7180-69DD-E451874057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AE8A5863-045F-97C7-5226-5234C313EF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90BEA35D-BA7E-1501-85B2-D25E3B925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F4E4B-2752-420E-8529-5C04236AED55}" type="datetimeFigureOut">
              <a:rPr lang="he-IL" smtClean="0"/>
              <a:t>י'/אייר/תשפ"ו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160B8EBF-CD46-FF63-9663-96B04047D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8336EB36-E6A4-CE6D-E848-CF2CC070C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55890-995E-4356-8298-AB6C56C42D3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13885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89CF17B-FB6F-5F31-EA82-D0BC77BB1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D09A1657-4F78-8D1D-4BD8-0A631C2CBA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5F7B5D03-8DAF-B5AE-2598-C0B5C4BFB7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30944B49-69D4-F770-2DAD-319C5B200F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7D144B48-3612-8306-D25D-8764A7A346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DF7DD2F1-7361-8493-5355-B4C45A28E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F4E4B-2752-420E-8529-5C04236AED55}" type="datetimeFigureOut">
              <a:rPr lang="he-IL" smtClean="0"/>
              <a:t>י'/אייר/תשפ"ו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AD76B14D-9AF3-3FA9-36B7-3B21567F1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D6C1A60F-329F-9C88-2DFE-5EBA5C964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55890-995E-4356-8298-AB6C56C42D3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436374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E7437AC-4A36-A755-7FB1-5ABCC5BB1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8AC80A8B-F926-616D-338A-42B45DB7E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F4E4B-2752-420E-8529-5C04236AED55}" type="datetimeFigureOut">
              <a:rPr lang="he-IL" smtClean="0"/>
              <a:t>י'/אייר/תשפ"ו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5F7FE146-2558-1EA1-0E99-E6E483627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FECFB299-8730-B0C4-D6FC-CB4374D33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55890-995E-4356-8298-AB6C56C42D3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48590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BFD05CD8-A656-16E1-61C0-BD8B44FEC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F4E4B-2752-420E-8529-5C04236AED55}" type="datetimeFigureOut">
              <a:rPr lang="he-IL" smtClean="0"/>
              <a:t>י'/אייר/תשפ"ו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9C0E57FB-CE7C-28A9-078E-CAF69B949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4BBF55DB-7343-1321-5384-8B37E2AB3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55890-995E-4356-8298-AB6C56C42D3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629845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890BA91-1BBB-64D9-1D60-CC72389E7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544C7580-41DB-D3C7-3142-F0265DB668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33FBD324-4D57-CCE1-7372-22F2813621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87706DDA-A2B1-73D8-6C5C-D9383075A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F4E4B-2752-420E-8529-5C04236AED55}" type="datetimeFigureOut">
              <a:rPr lang="he-IL" smtClean="0"/>
              <a:t>י'/אייר/תשפ"ו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837F266E-6B3B-8ECF-4E73-3B38B5207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EB767E7F-A8F3-5903-62E2-B236CBA38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55890-995E-4356-8298-AB6C56C42D3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81501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673343E-2529-7A0E-53CF-EB7DCC020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CF9CEB70-6DDA-EB55-3BC4-AB27330354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1E348466-3682-C0D8-9783-002B5166F1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C60DC332-D47A-4649-EA1F-F843229FA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F4E4B-2752-420E-8529-5C04236AED55}" type="datetimeFigureOut">
              <a:rPr lang="he-IL" smtClean="0"/>
              <a:t>י'/אייר/תשפ"ו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72513A45-9CAA-36E5-025C-A6C29A2A1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46474E7D-D391-640A-A58F-BA7D09B01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55890-995E-4356-8298-AB6C56C42D3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92495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F8BC345-C719-FAF7-987E-FAC6BC2EB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311B910D-4452-33DB-63B1-43C07DA80D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95B991FD-457D-A4B9-E1E2-BBF2EF8CF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F4E4B-2752-420E-8529-5C04236AED55}" type="datetimeFigureOut">
              <a:rPr lang="he-IL" smtClean="0"/>
              <a:t>י'/אייר/תשפ"ו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2932FADF-C42F-BC56-EBF4-56A9DDD35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40D518F4-DCB5-0950-53FA-6584A3914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55890-995E-4356-8298-AB6C56C42D3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26190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174A1B6C-ADDF-EDF8-D4FB-75A49E9896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A8A5FFA0-BB73-7960-7E6B-0FCEB34BC8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6C5F110F-2FC4-1B13-0B06-6AB527C2B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F4E4B-2752-420E-8529-5C04236AED55}" type="datetimeFigureOut">
              <a:rPr lang="he-IL" smtClean="0"/>
              <a:t>י'/אייר/תשפ"ו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74A8779E-22A5-0ECC-677E-F81A2B8F2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04D4984-1EE1-05EC-983F-361184920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55890-995E-4356-8298-AB6C56C42D3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54211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2D69D8B1-3052-D3C1-535F-DE6E3C574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E9C88BB6-679B-49FB-4F14-C77BBDF969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545BEAB1-18AD-A519-0DB7-FB1CD04E75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5F4E4B-2752-420E-8529-5C04236AED55}" type="datetimeFigureOut">
              <a:rPr lang="he-IL" smtClean="0"/>
              <a:t>י'/אייר/תשפ"ו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6AEADA9F-B188-82C1-DEC9-F87D10E16D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4836C1D-5A6D-3FEE-9527-A0E76E32DC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955890-995E-4356-8298-AB6C56C42D3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30192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5CF8D71-42F0-34E9-413C-4AFAEE5508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e-IL" dirty="0"/>
              <a:t>מטלת בית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D9B55A06-655B-9336-A7C7-0B04D2366B4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e-IL"/>
              <a:t>תכנון ארכיטקטורה</a:t>
            </a:r>
          </a:p>
        </p:txBody>
      </p:sp>
    </p:spTree>
    <p:extLst>
      <p:ext uri="{BB962C8B-B14F-4D97-AF65-F5344CB8AC3E}">
        <p14:creationId xmlns:p14="http://schemas.microsoft.com/office/powerpoint/2010/main" val="3853121747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</Words>
  <Application>Microsoft Office PowerPoint</Application>
  <PresentationFormat>מסך רחב</PresentationFormat>
  <Paragraphs>2</Paragraphs>
  <Slides>1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ערכת נושא Office</vt:lpstr>
      <vt:lpstr>מטלת בית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1</cp:revision>
  <dcterms:created xsi:type="dcterms:W3CDTF">2026-04-27T08:14:44Z</dcterms:created>
  <dcterms:modified xsi:type="dcterms:W3CDTF">2026-04-27T08:17:04Z</dcterms:modified>
</cp:coreProperties>
</file>