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312590-B7B7-EF65-2DBB-92D2C51EB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CD4F7F5-405C-6D7F-62C9-47BE23531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9D10A98-95C2-3E60-371B-F6C9B63F4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4E1A-5A03-4547-8976-355B1D2023DE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FFAF24B-C2A6-B06C-FAF7-E0255D031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253C1E9-A9D3-57F4-1135-9323E2B1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C7EEE-0890-4A23-B21E-D33B25826F4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8790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BE4A9CF-037B-C572-CBB9-484332F20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F4A867-8ADD-88CD-4337-C94CE0C12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71A9658-3EF6-581B-5222-EF86ECDE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4E1A-5A03-4547-8976-355B1D2023DE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0D00DA9-AEF5-2ED4-39CC-95DDA927E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C630456-28A1-A363-3B9F-9EA1307DF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C7EEE-0890-4A23-B21E-D33B25826F4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1018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752CF45-AB2D-ABA9-8C50-0696C4C98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ACD62E5-8211-7AF0-BDA5-262AECCDE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A14B5E8-FC82-69D8-3D21-0A28F6791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4E1A-5A03-4547-8976-355B1D2023DE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8F76B7C-B1F9-5377-A7AA-061C2712A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6A6CB4E-C803-CAC8-2ACD-CC01D375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C7EEE-0890-4A23-B21E-D33B25826F4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72986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E547C26-2D42-08EF-F11B-499615E90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CF7449F-11EF-829A-C571-72019B65BA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6FB4601-547F-D2B2-3893-B7EF6CACA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F040193-1752-8D88-BB90-8A6031178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4E1A-5A03-4547-8976-355B1D2023DE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DD4AFE2-D1DC-D93B-BF24-A9FB7DD35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CAA5522-CBEF-9017-8C78-7C4823D0C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C7EEE-0890-4A23-B21E-D33B25826F4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68895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58F5EC6-9011-1A3E-3244-A27932E5A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6CD3FCE-49F7-A1E2-294D-A47311B6A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81B8C40-53E2-FF3A-4949-241ABA637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40A89C13-A572-AD59-C204-25814847E1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1C67D545-A99F-9CB5-E12A-6B28F9572A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3D56B302-D2E5-80EA-1C4C-903974CE5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4E1A-5A03-4547-8976-355B1D2023DE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0F7D2CE4-A411-83F7-8A29-2FAA779DA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BDB75681-3E5D-8D2E-B603-920024CD1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C7EEE-0890-4A23-B21E-D33B25826F4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7003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3F77D4-E449-18C2-6DDD-26BBD7703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1F684F3-461F-CD91-E2E6-70F137219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4E1A-5A03-4547-8976-355B1D2023DE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AF7A11A-1E19-2778-2895-D572471E3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CB42BC43-3F9A-7380-AACA-3C9E406C8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C7EEE-0890-4A23-B21E-D33B25826F4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0728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A0CEB7FF-A6FF-4233-670C-7DD9ADDBE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4E1A-5A03-4547-8976-355B1D2023DE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4D5B4BAF-95E8-53F8-3912-F6C015F93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0E1B934-2657-B99A-D933-A28A08E2F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C7EEE-0890-4A23-B21E-D33B25826F4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50186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3BBE2A-7F2B-E6C1-6B71-B45D10E92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C3E8A45-9AAD-F694-0A02-876F3D328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6C5D73F-97A2-9DBF-6B4E-259F9A5C0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0A730E8-669D-A0E3-A02D-AB5F1A1A2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4E1A-5A03-4547-8976-355B1D2023DE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B753AED-7C83-8B8D-AF88-78B2E1922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4E4EE67-B8AC-BFC1-23E6-5EE6CD9A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C7EEE-0890-4A23-B21E-D33B25826F4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33696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CBAB9FE-3ABC-9CB9-659C-9A86CABCF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5D3D3ACE-4E85-0768-A5C4-1AA20B29D0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DD3E9A3B-F721-984C-6742-AC5DD33E7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FFBA737-46A2-57D1-0E57-377FCC23C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4E1A-5A03-4547-8976-355B1D2023DE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ACE6D01-F577-AAD0-1557-29CA680D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09F02A4-3955-DA7B-3B05-BB85C043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C7EEE-0890-4A23-B21E-D33B25826F4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3529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C832C5-9ED6-C9AD-2344-97C20937D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2B20CA6-5D41-EC90-7063-37D6412B7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C3E00A8-8C93-3C2A-90B3-AA6F5025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4E1A-5A03-4547-8976-355B1D2023DE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653A60C-E65B-19A6-55BE-340EA06D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F4771D8-B52F-15E4-8370-32C8195A2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C7EEE-0890-4A23-B21E-D33B25826F4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00173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57064C84-0A6C-6471-609C-25D4EB6782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CFDB0D8-EB7C-D653-4D84-5D00EAB00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E37D6F3-6483-937C-739C-152B2ABE5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4E1A-5A03-4547-8976-355B1D2023DE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3701075-A720-94D0-DDFB-F99A276E8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336B3F1-1A55-77ED-EA4B-81892AD1C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C7EEE-0890-4A23-B21E-D33B25826F4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7889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AC9C04B-F423-4EA9-C0C7-73DA7C8D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F3CBBC3-18AF-D6A5-DFE0-AAE621ABA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C284E99-ECAA-C49A-E911-AA658778E7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54E1A-5A03-4547-8976-355B1D2023DE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04773AD-0151-69B5-8DB9-8A980DE10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DA27E92-D49E-1424-E7B0-FC0711D2D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C7EEE-0890-4A23-B21E-D33B25826F4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2583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C56A1BD-CDD4-DFB6-DB52-D9C370F2DE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מטלת בית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4C5DC590-A1D5-BA95-21AD-50A9EFF544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DB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0162672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מסך רחב</PresentationFormat>
  <Paragraphs>2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מטלת בית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2026-04-27T08:15:27Z</dcterms:created>
  <dcterms:modified xsi:type="dcterms:W3CDTF">2026-04-27T08:16:04Z</dcterms:modified>
</cp:coreProperties>
</file>